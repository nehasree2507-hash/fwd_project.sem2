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handoutMasterIdLst>
    <p:handoutMasterId r:id="rId21"/>
  </p:handoutMasterIdLst>
  <p:sldIdLst>
    <p:sldId id="261" r:id="rId3"/>
    <p:sldId id="314" r:id="rId4"/>
    <p:sldId id="322" r:id="rId5"/>
    <p:sldId id="323" r:id="rId6"/>
    <p:sldId id="266" r:id="rId7"/>
    <p:sldId id="341" r:id="rId8"/>
    <p:sldId id="342" r:id="rId9"/>
    <p:sldId id="343" r:id="rId10"/>
    <p:sldId id="344" r:id="rId11"/>
    <p:sldId id="345" r:id="rId12"/>
    <p:sldId id="340" r:id="rId13"/>
    <p:sldId id="350" r:id="rId14"/>
    <p:sldId id="351" r:id="rId15"/>
    <p:sldId id="354" r:id="rId16"/>
    <p:sldId id="347" r:id="rId17"/>
    <p:sldId id="348" r:id="rId18"/>
    <p:sldId id="3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A698D8-9B49-41EE-844A-BBD1C3F4E14C}" v="9" dt="2026-03-10T02:50:48.3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sree Padamati" userId="f9acd462f0fe10ae" providerId="LiveId" clId="{60FE8FE3-70CC-4376-BF60-BA975CA4AA45}"/>
    <pc:docChg chg="undo custSel addSld delSld modSld sldOrd">
      <pc:chgData name="Nehasree Padamati" userId="f9acd462f0fe10ae" providerId="LiveId" clId="{60FE8FE3-70CC-4376-BF60-BA975CA4AA45}" dt="2026-03-10T02:52:39.033" v="444" actId="20577"/>
      <pc:docMkLst>
        <pc:docMk/>
      </pc:docMkLst>
      <pc:sldChg chg="modSp mod">
        <pc:chgData name="Nehasree Padamati" userId="f9acd462f0fe10ae" providerId="LiveId" clId="{60FE8FE3-70CC-4376-BF60-BA975CA4AA45}" dt="2026-03-10T02:52:39.033" v="444" actId="20577"/>
        <pc:sldMkLst>
          <pc:docMk/>
          <pc:sldMk cId="1017016331" sldId="314"/>
        </pc:sldMkLst>
        <pc:spChg chg="mod">
          <ac:chgData name="Nehasree Padamati" userId="f9acd462f0fe10ae" providerId="LiveId" clId="{60FE8FE3-70CC-4376-BF60-BA975CA4AA45}" dt="2026-03-09T04:11:56.621" v="10" actId="1076"/>
          <ac:spMkLst>
            <pc:docMk/>
            <pc:sldMk cId="1017016331" sldId="314"/>
            <ac:spMk id="2" creationId="{3C500A09-BF95-A121-71A4-33FFE91ACA86}"/>
          </ac:spMkLst>
        </pc:spChg>
        <pc:spChg chg="mod">
          <ac:chgData name="Nehasree Padamati" userId="f9acd462f0fe10ae" providerId="LiveId" clId="{60FE8FE3-70CC-4376-BF60-BA975CA4AA45}" dt="2026-03-09T04:12:30.012" v="14" actId="122"/>
          <ac:spMkLst>
            <pc:docMk/>
            <pc:sldMk cId="1017016331" sldId="314"/>
            <ac:spMk id="3" creationId="{7AEAE0CE-45A1-A1FF-31F4-66CECAEF3059}"/>
          </ac:spMkLst>
        </pc:spChg>
        <pc:spChg chg="mod">
          <ac:chgData name="Nehasree Padamati" userId="f9acd462f0fe10ae" providerId="LiveId" clId="{60FE8FE3-70CC-4376-BF60-BA975CA4AA45}" dt="2026-03-10T02:52:39.033" v="444" actId="20577"/>
          <ac:spMkLst>
            <pc:docMk/>
            <pc:sldMk cId="1017016331" sldId="314"/>
            <ac:spMk id="13" creationId="{3F9DE7D0-41AC-90DD-3065-235240261B1B}"/>
          </ac:spMkLst>
        </pc:spChg>
      </pc:sldChg>
      <pc:sldChg chg="modSp mod">
        <pc:chgData name="Nehasree Padamati" userId="f9acd462f0fe10ae" providerId="LiveId" clId="{60FE8FE3-70CC-4376-BF60-BA975CA4AA45}" dt="2026-03-09T05:33:36.908" v="339" actId="27636"/>
        <pc:sldMkLst>
          <pc:docMk/>
          <pc:sldMk cId="326239331" sldId="322"/>
        </pc:sldMkLst>
        <pc:spChg chg="mod">
          <ac:chgData name="Nehasree Padamati" userId="f9acd462f0fe10ae" providerId="LiveId" clId="{60FE8FE3-70CC-4376-BF60-BA975CA4AA45}" dt="2026-03-09T05:33:36.908" v="339" actId="27636"/>
          <ac:spMkLst>
            <pc:docMk/>
            <pc:sldMk cId="326239331" sldId="322"/>
            <ac:spMk id="9" creationId="{0BAA4F36-AB00-F2C4-B47F-6381355DE604}"/>
          </ac:spMkLst>
        </pc:spChg>
      </pc:sldChg>
      <pc:sldChg chg="modSp mod">
        <pc:chgData name="Nehasree Padamati" userId="f9acd462f0fe10ae" providerId="LiveId" clId="{60FE8FE3-70CC-4376-BF60-BA975CA4AA45}" dt="2026-03-09T07:06:51.763" v="374" actId="27636"/>
        <pc:sldMkLst>
          <pc:docMk/>
          <pc:sldMk cId="2715783799" sldId="323"/>
        </pc:sldMkLst>
        <pc:spChg chg="mod">
          <ac:chgData name="Nehasree Padamati" userId="f9acd462f0fe10ae" providerId="LiveId" clId="{60FE8FE3-70CC-4376-BF60-BA975CA4AA45}" dt="2026-03-09T07:06:51.763" v="374" actId="27636"/>
          <ac:spMkLst>
            <pc:docMk/>
            <pc:sldMk cId="2715783799" sldId="323"/>
            <ac:spMk id="9" creationId="{0BAA4F36-AB00-F2C4-B47F-6381355DE604}"/>
          </ac:spMkLst>
        </pc:spChg>
      </pc:sldChg>
      <pc:sldChg chg="modSp mod">
        <pc:chgData name="Nehasree Padamati" userId="f9acd462f0fe10ae" providerId="LiveId" clId="{60FE8FE3-70CC-4376-BF60-BA975CA4AA45}" dt="2026-03-09T05:10:33.803" v="333" actId="20577"/>
        <pc:sldMkLst>
          <pc:docMk/>
          <pc:sldMk cId="3431953712" sldId="340"/>
        </pc:sldMkLst>
        <pc:spChg chg="mod">
          <ac:chgData name="Nehasree Padamati" userId="f9acd462f0fe10ae" providerId="LiveId" clId="{60FE8FE3-70CC-4376-BF60-BA975CA4AA45}" dt="2026-03-09T05:10:33.803" v="333" actId="20577"/>
          <ac:spMkLst>
            <pc:docMk/>
            <pc:sldMk cId="3431953712" sldId="340"/>
            <ac:spMk id="2" creationId="{37323D68-D41B-9825-3931-B79590C795F8}"/>
          </ac:spMkLst>
        </pc:spChg>
        <pc:picChg chg="mod">
          <ac:chgData name="Nehasree Padamati" userId="f9acd462f0fe10ae" providerId="LiveId" clId="{60FE8FE3-70CC-4376-BF60-BA975CA4AA45}" dt="2026-03-09T05:06:41.065" v="235" actId="1038"/>
          <ac:picMkLst>
            <pc:docMk/>
            <pc:sldMk cId="3431953712" sldId="340"/>
            <ac:picMk id="10" creationId="{B0744836-4360-968C-6722-5D8ED0E8BA72}"/>
          </ac:picMkLst>
        </pc:picChg>
      </pc:sldChg>
      <pc:sldChg chg="modSp mod">
        <pc:chgData name="Nehasree Padamati" userId="f9acd462f0fe10ae" providerId="LiveId" clId="{60FE8FE3-70CC-4376-BF60-BA975CA4AA45}" dt="2026-03-09T04:16:47.784" v="177" actId="20577"/>
        <pc:sldMkLst>
          <pc:docMk/>
          <pc:sldMk cId="4072965683" sldId="343"/>
        </pc:sldMkLst>
        <pc:spChg chg="mod">
          <ac:chgData name="Nehasree Padamati" userId="f9acd462f0fe10ae" providerId="LiveId" clId="{60FE8FE3-70CC-4376-BF60-BA975CA4AA45}" dt="2026-03-09T04:16:47.784" v="177" actId="20577"/>
          <ac:spMkLst>
            <pc:docMk/>
            <pc:sldMk cId="4072965683" sldId="343"/>
            <ac:spMk id="9" creationId="{1890F206-B37F-761D-F471-0BF91F889799}"/>
          </ac:spMkLst>
        </pc:spChg>
      </pc:sldChg>
      <pc:sldChg chg="modSp mod">
        <pc:chgData name="Nehasree Padamati" userId="f9acd462f0fe10ae" providerId="LiveId" clId="{60FE8FE3-70CC-4376-BF60-BA975CA4AA45}" dt="2026-03-09T04:17:00.352" v="179" actId="113"/>
        <pc:sldMkLst>
          <pc:docMk/>
          <pc:sldMk cId="1263985989" sldId="344"/>
        </pc:sldMkLst>
        <pc:spChg chg="mod">
          <ac:chgData name="Nehasree Padamati" userId="f9acd462f0fe10ae" providerId="LiveId" clId="{60FE8FE3-70CC-4376-BF60-BA975CA4AA45}" dt="2026-03-09T04:17:00.352" v="179" actId="113"/>
          <ac:spMkLst>
            <pc:docMk/>
            <pc:sldMk cId="1263985989" sldId="344"/>
            <ac:spMk id="9" creationId="{363C44B8-E8B6-5D9D-90FF-ECD825D72DFC}"/>
          </ac:spMkLst>
        </pc:spChg>
      </pc:sldChg>
      <pc:sldChg chg="modSp mod">
        <pc:chgData name="Nehasree Padamati" userId="f9acd462f0fe10ae" providerId="LiveId" clId="{60FE8FE3-70CC-4376-BF60-BA975CA4AA45}" dt="2026-03-10T02:50:48.305" v="419"/>
        <pc:sldMkLst>
          <pc:docMk/>
          <pc:sldMk cId="1906946512" sldId="345"/>
        </pc:sldMkLst>
        <pc:spChg chg="mod">
          <ac:chgData name="Nehasree Padamati" userId="f9acd462f0fe10ae" providerId="LiveId" clId="{60FE8FE3-70CC-4376-BF60-BA975CA4AA45}" dt="2026-03-10T02:50:48.305" v="419"/>
          <ac:spMkLst>
            <pc:docMk/>
            <pc:sldMk cId="1906946512" sldId="345"/>
            <ac:spMk id="9" creationId="{8769557B-A6AB-F48D-9A16-51F755A17BB7}"/>
          </ac:spMkLst>
        </pc:spChg>
      </pc:sldChg>
      <pc:sldChg chg="del">
        <pc:chgData name="Nehasree Padamati" userId="f9acd462f0fe10ae" providerId="LiveId" clId="{60FE8FE3-70CC-4376-BF60-BA975CA4AA45}" dt="2026-03-09T04:17:11.133" v="180" actId="47"/>
        <pc:sldMkLst>
          <pc:docMk/>
          <pc:sldMk cId="344365824" sldId="346"/>
        </pc:sldMkLst>
      </pc:sldChg>
      <pc:sldChg chg="addSp delSp modSp mod">
        <pc:chgData name="Nehasree Padamati" userId="f9acd462f0fe10ae" providerId="LiveId" clId="{60FE8FE3-70CC-4376-BF60-BA975CA4AA45}" dt="2026-03-09T08:07:07.805" v="415" actId="1076"/>
        <pc:sldMkLst>
          <pc:docMk/>
          <pc:sldMk cId="2357471992" sldId="348"/>
        </pc:sldMkLst>
        <pc:spChg chg="mod">
          <ac:chgData name="Nehasree Padamati" userId="f9acd462f0fe10ae" providerId="LiveId" clId="{60FE8FE3-70CC-4376-BF60-BA975CA4AA45}" dt="2026-03-09T08:06:49.853" v="394" actId="20577"/>
          <ac:spMkLst>
            <pc:docMk/>
            <pc:sldMk cId="2357471992" sldId="348"/>
            <ac:spMk id="2" creationId="{0C9961B8-8709-0718-F6D3-9D07622F76AF}"/>
          </ac:spMkLst>
        </pc:spChg>
        <pc:spChg chg="del">
          <ac:chgData name="Nehasree Padamati" userId="f9acd462f0fe10ae" providerId="LiveId" clId="{60FE8FE3-70CC-4376-BF60-BA975CA4AA45}" dt="2026-03-09T08:05:12.132" v="375" actId="931"/>
          <ac:spMkLst>
            <pc:docMk/>
            <pc:sldMk cId="2357471992" sldId="348"/>
            <ac:spMk id="3" creationId="{81383DFD-4145-46B6-BA5B-4C9D68B54059}"/>
          </ac:spMkLst>
        </pc:spChg>
        <pc:spChg chg="add del">
          <ac:chgData name="Nehasree Padamati" userId="f9acd462f0fe10ae" providerId="LiveId" clId="{60FE8FE3-70CC-4376-BF60-BA975CA4AA45}" dt="2026-03-09T08:05:54.089" v="380" actId="22"/>
          <ac:spMkLst>
            <pc:docMk/>
            <pc:sldMk cId="2357471992" sldId="348"/>
            <ac:spMk id="10" creationId="{BA592E7D-37BD-4E1B-148C-2AEBFBD53310}"/>
          </ac:spMkLst>
        </pc:spChg>
        <pc:picChg chg="add mod ord">
          <ac:chgData name="Nehasree Padamati" userId="f9acd462f0fe10ae" providerId="LiveId" clId="{60FE8FE3-70CC-4376-BF60-BA975CA4AA45}" dt="2026-03-09T08:07:07.805" v="415" actId="1076"/>
          <ac:picMkLst>
            <pc:docMk/>
            <pc:sldMk cId="2357471992" sldId="348"/>
            <ac:picMk id="8" creationId="{40C1A228-47B1-2669-EBFE-8480FC5E1FEA}"/>
          </ac:picMkLst>
        </pc:picChg>
        <pc:picChg chg="add mod">
          <ac:chgData name="Nehasree Padamati" userId="f9acd462f0fe10ae" providerId="LiveId" clId="{60FE8FE3-70CC-4376-BF60-BA975CA4AA45}" dt="2026-03-09T08:07:02.755" v="414" actId="1076"/>
          <ac:picMkLst>
            <pc:docMk/>
            <pc:sldMk cId="2357471992" sldId="348"/>
            <ac:picMk id="12" creationId="{2BD9BC87-06BC-6E0A-9B89-4AC2FB2A0ABA}"/>
          </ac:picMkLst>
        </pc:picChg>
      </pc:sldChg>
      <pc:sldChg chg="modSp del mod">
        <pc:chgData name="Nehasree Padamati" userId="f9acd462f0fe10ae" providerId="LiveId" clId="{60FE8FE3-70CC-4376-BF60-BA975CA4AA45}" dt="2026-03-09T07:06:47.189" v="371" actId="47"/>
        <pc:sldMkLst>
          <pc:docMk/>
          <pc:sldMk cId="726548312" sldId="349"/>
        </pc:sldMkLst>
        <pc:spChg chg="mod">
          <ac:chgData name="Nehasree Padamati" userId="f9acd462f0fe10ae" providerId="LiveId" clId="{60FE8FE3-70CC-4376-BF60-BA975CA4AA45}" dt="2026-03-09T07:06:45.133" v="370" actId="21"/>
          <ac:spMkLst>
            <pc:docMk/>
            <pc:sldMk cId="726548312" sldId="349"/>
            <ac:spMk id="9" creationId="{726F87AA-64F0-4FD0-417F-261308D7417C}"/>
          </ac:spMkLst>
        </pc:spChg>
      </pc:sldChg>
      <pc:sldChg chg="addSp delSp modSp mod ord">
        <pc:chgData name="Nehasree Padamati" userId="f9acd462f0fe10ae" providerId="LiveId" clId="{60FE8FE3-70CC-4376-BF60-BA975CA4AA45}" dt="2026-03-09T05:10:11.888" v="325" actId="20577"/>
        <pc:sldMkLst>
          <pc:docMk/>
          <pc:sldMk cId="2280155610" sldId="350"/>
        </pc:sldMkLst>
        <pc:spChg chg="mod">
          <ac:chgData name="Nehasree Padamati" userId="f9acd462f0fe10ae" providerId="LiveId" clId="{60FE8FE3-70CC-4376-BF60-BA975CA4AA45}" dt="2026-03-09T05:10:11.888" v="325" actId="20577"/>
          <ac:spMkLst>
            <pc:docMk/>
            <pc:sldMk cId="2280155610" sldId="350"/>
            <ac:spMk id="2" creationId="{F8CA187E-799A-A02E-6F21-D13BBD639619}"/>
          </ac:spMkLst>
        </pc:spChg>
        <pc:picChg chg="add del">
          <ac:chgData name="Nehasree Padamati" userId="f9acd462f0fe10ae" providerId="LiveId" clId="{60FE8FE3-70CC-4376-BF60-BA975CA4AA45}" dt="2026-03-09T04:53:54.301" v="193" actId="478"/>
          <ac:picMkLst>
            <pc:docMk/>
            <pc:sldMk cId="2280155610" sldId="350"/>
            <ac:picMk id="7" creationId="{BAB63DBD-B4AF-B88D-0AB9-22871ED0F29A}"/>
          </ac:picMkLst>
        </pc:picChg>
        <pc:picChg chg="add del mod">
          <ac:chgData name="Nehasree Padamati" userId="f9acd462f0fe10ae" providerId="LiveId" clId="{60FE8FE3-70CC-4376-BF60-BA975CA4AA45}" dt="2026-03-09T04:19:38.628" v="185" actId="22"/>
          <ac:picMkLst>
            <pc:docMk/>
            <pc:sldMk cId="2280155610" sldId="350"/>
            <ac:picMk id="8" creationId="{05AB453D-E125-51D0-CE7E-F4241C911CAF}"/>
          </ac:picMkLst>
        </pc:picChg>
        <pc:picChg chg="add del">
          <ac:chgData name="Nehasree Padamati" userId="f9acd462f0fe10ae" providerId="LiveId" clId="{60FE8FE3-70CC-4376-BF60-BA975CA4AA45}" dt="2026-03-09T04:53:51.010" v="191" actId="22"/>
          <ac:picMkLst>
            <pc:docMk/>
            <pc:sldMk cId="2280155610" sldId="350"/>
            <ac:picMk id="10" creationId="{D7B85D71-C22A-FD8E-8806-B3044B4E1CFF}"/>
          </ac:picMkLst>
        </pc:picChg>
        <pc:picChg chg="add mod">
          <ac:chgData name="Nehasree Padamati" userId="f9acd462f0fe10ae" providerId="LiveId" clId="{60FE8FE3-70CC-4376-BF60-BA975CA4AA45}" dt="2026-03-09T05:06:35.257" v="233" actId="1037"/>
          <ac:picMkLst>
            <pc:docMk/>
            <pc:sldMk cId="2280155610" sldId="350"/>
            <ac:picMk id="12" creationId="{2E8EB0F5-EDA1-B9A3-2C13-0DBB4D64908E}"/>
          </ac:picMkLst>
        </pc:picChg>
      </pc:sldChg>
      <pc:sldChg chg="addSp delSp modSp add del mod">
        <pc:chgData name="Nehasree Padamati" userId="f9acd462f0fe10ae" providerId="LiveId" clId="{60FE8FE3-70CC-4376-BF60-BA975CA4AA45}" dt="2026-03-09T05:10:23.264" v="327" actId="20577"/>
        <pc:sldMkLst>
          <pc:docMk/>
          <pc:sldMk cId="341338717" sldId="351"/>
        </pc:sldMkLst>
        <pc:spChg chg="mod">
          <ac:chgData name="Nehasree Padamati" userId="f9acd462f0fe10ae" providerId="LiveId" clId="{60FE8FE3-70CC-4376-BF60-BA975CA4AA45}" dt="2026-03-09T05:10:23.264" v="327" actId="20577"/>
          <ac:spMkLst>
            <pc:docMk/>
            <pc:sldMk cId="341338717" sldId="351"/>
            <ac:spMk id="2" creationId="{78A73483-6494-B4E1-D082-0F6609D4C9A1}"/>
          </ac:spMkLst>
        </pc:spChg>
        <pc:picChg chg="add mod">
          <ac:chgData name="Nehasree Padamati" userId="f9acd462f0fe10ae" providerId="LiveId" clId="{60FE8FE3-70CC-4376-BF60-BA975CA4AA45}" dt="2026-03-09T05:07:55.117" v="284" actId="1036"/>
          <ac:picMkLst>
            <pc:docMk/>
            <pc:sldMk cId="341338717" sldId="351"/>
            <ac:picMk id="7" creationId="{DE287F05-7044-8A8C-DD45-C538D4E300A1}"/>
          </ac:picMkLst>
        </pc:picChg>
        <pc:picChg chg="del">
          <ac:chgData name="Nehasree Padamati" userId="f9acd462f0fe10ae" providerId="LiveId" clId="{60FE8FE3-70CC-4376-BF60-BA975CA4AA45}" dt="2026-03-09T05:07:01.927" v="241" actId="478"/>
          <ac:picMkLst>
            <pc:docMk/>
            <pc:sldMk cId="341338717" sldId="351"/>
            <ac:picMk id="10" creationId="{6F3AFADF-0D26-B28F-4340-41FEE490641E}"/>
          </ac:picMkLst>
        </pc:picChg>
      </pc:sldChg>
      <pc:sldChg chg="delSp add del mod">
        <pc:chgData name="Nehasree Padamati" userId="f9acd462f0fe10ae" providerId="LiveId" clId="{60FE8FE3-70CC-4376-BF60-BA975CA4AA45}" dt="2026-03-09T05:10:03.794" v="318" actId="47"/>
        <pc:sldMkLst>
          <pc:docMk/>
          <pc:sldMk cId="4105048533" sldId="352"/>
        </pc:sldMkLst>
        <pc:picChg chg="del">
          <ac:chgData name="Nehasree Padamati" userId="f9acd462f0fe10ae" providerId="LiveId" clId="{60FE8FE3-70CC-4376-BF60-BA975CA4AA45}" dt="2026-03-09T05:07:08.260" v="243" actId="478"/>
          <ac:picMkLst>
            <pc:docMk/>
            <pc:sldMk cId="4105048533" sldId="352"/>
            <ac:picMk id="10" creationId="{C9DA8A64-C86F-15DD-4CA8-854708F3E3FE}"/>
          </ac:picMkLst>
        </pc:picChg>
      </pc:sldChg>
      <pc:sldChg chg="delSp add del mod">
        <pc:chgData name="Nehasree Padamati" userId="f9acd462f0fe10ae" providerId="LiveId" clId="{60FE8FE3-70CC-4376-BF60-BA975CA4AA45}" dt="2026-03-09T05:10:05.775" v="319" actId="47"/>
        <pc:sldMkLst>
          <pc:docMk/>
          <pc:sldMk cId="3404152432" sldId="353"/>
        </pc:sldMkLst>
        <pc:picChg chg="del">
          <ac:chgData name="Nehasree Padamati" userId="f9acd462f0fe10ae" providerId="LiveId" clId="{60FE8FE3-70CC-4376-BF60-BA975CA4AA45}" dt="2026-03-09T05:07:10.999" v="244" actId="478"/>
          <ac:picMkLst>
            <pc:docMk/>
            <pc:sldMk cId="3404152432" sldId="353"/>
            <ac:picMk id="10" creationId="{08457400-AFED-3D2C-A8FC-5262F21362C4}"/>
          </ac:picMkLst>
        </pc:picChg>
      </pc:sldChg>
      <pc:sldChg chg="addSp modSp add mod">
        <pc:chgData name="Nehasree Padamati" userId="f9acd462f0fe10ae" providerId="LiveId" clId="{60FE8FE3-70CC-4376-BF60-BA975CA4AA45}" dt="2026-03-09T05:10:17.270" v="326" actId="20577"/>
        <pc:sldMkLst>
          <pc:docMk/>
          <pc:sldMk cId="1678818798" sldId="354"/>
        </pc:sldMkLst>
        <pc:spChg chg="mod">
          <ac:chgData name="Nehasree Padamati" userId="f9acd462f0fe10ae" providerId="LiveId" clId="{60FE8FE3-70CC-4376-BF60-BA975CA4AA45}" dt="2026-03-09T05:10:17.270" v="326" actId="20577"/>
          <ac:spMkLst>
            <pc:docMk/>
            <pc:sldMk cId="1678818798" sldId="354"/>
            <ac:spMk id="2" creationId="{39E1C3FF-31A4-8B93-E9A6-99F1C40B9A88}"/>
          </ac:spMkLst>
        </pc:spChg>
        <pc:picChg chg="add mod">
          <ac:chgData name="Nehasree Padamati" userId="f9acd462f0fe10ae" providerId="LiveId" clId="{60FE8FE3-70CC-4376-BF60-BA975CA4AA45}" dt="2026-03-09T05:09:17.798" v="315" actId="1038"/>
          <ac:picMkLst>
            <pc:docMk/>
            <pc:sldMk cId="1678818798" sldId="354"/>
            <ac:picMk id="7" creationId="{B69130DB-9433-6BCF-672F-5EB27C002C0E}"/>
          </ac:picMkLst>
        </pc:picChg>
      </pc:sldChg>
      <pc:sldChg chg="new del">
        <pc:chgData name="Nehasree Padamati" userId="f9acd462f0fe10ae" providerId="LiveId" clId="{60FE8FE3-70CC-4376-BF60-BA975CA4AA45}" dt="2026-03-09T05:07:16.838" v="245" actId="47"/>
        <pc:sldMkLst>
          <pc:docMk/>
          <pc:sldMk cId="3820574066" sldId="354"/>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t>Use 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324193" y="142421"/>
            <a:ext cx="11543614" cy="1128381"/>
          </a:xfrm>
        </p:spPr>
        <p:txBody>
          <a:bodyPr>
            <a:noAutofit/>
          </a:bodyPr>
          <a:lstStyle/>
          <a:p>
            <a:pPr algn="ctr">
              <a:lnSpc>
                <a:spcPct val="100000"/>
              </a:lnSpc>
            </a:pPr>
            <a:r>
              <a:rPr lang="en-US" sz="2400" dirty="0">
                <a:solidFill>
                  <a:srgbClr val="0070C0"/>
                </a:solidFill>
                <a:latin typeface="+mn-lt"/>
                <a:cs typeface="Times New Roman" panose="02020603050405020304" pitchFamily="18" charset="0"/>
              </a:rPr>
              <a:t>TITLE :TRACKING DEVELOPER PRODUCTIVITY AND PERFORMACE</a:t>
            </a:r>
            <a:endParaRPr lang="en-US" sz="2400" dirty="0">
              <a:solidFill>
                <a:srgbClr val="FF0000"/>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270802"/>
            <a:ext cx="10515600" cy="1566701"/>
          </a:xfrm>
        </p:spPr>
        <p:txBody>
          <a:bodyPr>
            <a:normAutofit fontScale="25000" lnSpcReduction="20000"/>
          </a:bodyPr>
          <a:lstStyle/>
          <a:p>
            <a:pPr marL="0" indent="0" algn="ctr">
              <a:buNone/>
            </a:pPr>
            <a:r>
              <a:rPr lang="en-US" sz="9600" dirty="0">
                <a:latin typeface="Times New Roman" panose="02020603050405020304" pitchFamily="18" charset="0"/>
                <a:cs typeface="Times New Roman" panose="02020603050405020304" pitchFamily="18" charset="0"/>
              </a:rPr>
              <a:t>Student Name: Nehasree Padamati</a:t>
            </a:r>
          </a:p>
          <a:p>
            <a:pPr marL="0" indent="0" algn="ctr">
              <a:buNone/>
            </a:pPr>
            <a:r>
              <a:rPr lang="en-US" sz="9600" dirty="0">
                <a:latin typeface="Times New Roman" panose="02020603050405020304" pitchFamily="18" charset="0"/>
                <a:cs typeface="Times New Roman" panose="02020603050405020304" pitchFamily="18" charset="0"/>
              </a:rPr>
              <a:t>Student ID: 2520030174 </a:t>
            </a:r>
            <a:endParaRPr lang="en-US" sz="2400" dirty="0">
              <a:latin typeface="Times New Roman" panose="02020603050405020304" pitchFamily="18" charset="0"/>
              <a:cs typeface="Times New Roman" panose="02020603050405020304" pitchFamily="18" charset="0"/>
            </a:endParaRPr>
          </a:p>
          <a:p>
            <a:pPr marL="0" indent="0" algn="ctr">
              <a:buNone/>
            </a:pPr>
            <a:r>
              <a:rPr lang="en-US" sz="11200" dirty="0">
                <a:latin typeface="Times New Roman" panose="02020603050405020304" pitchFamily="18" charset="0"/>
                <a:cs typeface="Times New Roman" panose="02020603050405020304" pitchFamily="18" charset="0"/>
              </a:rPr>
              <a:t>Cluster:02</a:t>
            </a:r>
          </a:p>
          <a:p>
            <a:pPr marL="0" indent="0" algn="ctr">
              <a:buNone/>
            </a:pPr>
            <a:r>
              <a:rPr lang="en-US" sz="11200" dirty="0">
                <a:latin typeface="Times New Roman" panose="02020603050405020304" pitchFamily="18" charset="0"/>
                <a:cs typeface="Times New Roman" panose="02020603050405020304" pitchFamily="18" charset="0"/>
              </a:rPr>
              <a:t>Section: 06</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403008" y="542537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6264" y="3179911"/>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latin typeface="Times New Roman" panose="02020603050405020304" pitchFamily="18" charset="0"/>
                <a:cs typeface="Times New Roman" panose="02020603050405020304" pitchFamily="18" charset="0"/>
              </a:rPr>
              <a:t>Under the Guidance of </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Supervisor Name: Ms. N. </a:t>
            </a:r>
            <a:r>
              <a:rPr lang="en-US" sz="8600">
                <a:solidFill>
                  <a:srgbClr val="00B050"/>
                </a:solidFill>
                <a:latin typeface="Times New Roman" panose="02020603050405020304" pitchFamily="18" charset="0"/>
                <a:cs typeface="Times New Roman" panose="02020603050405020304" pitchFamily="18" charset="0"/>
              </a:rPr>
              <a:t>M. Deepika</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Assistant Professor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Department of CSE</a:t>
            </a:r>
          </a:p>
          <a:p>
            <a:pPr marL="0" indent="0">
              <a:buFont typeface="Arial" panose="020B0604020202020204" pitchFamily="34" charset="0"/>
              <a:buNone/>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a:bodyPr>
          <a:lstStyle/>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Existing System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Proposed System</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System Architecture</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Project Modules</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Co’s Attainments - FWD</a:t>
            </a:r>
          </a:p>
          <a:p>
            <a:pPr marL="971550" lvl="1" indent="-514350">
              <a:buFont typeface="+mj-lt"/>
              <a:buAutoNum type="arabicPeriod"/>
            </a:pPr>
            <a:r>
              <a:rPr lang="en-IN" sz="1600"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sz="1600"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Screen Shots for FWD &amp; DSA</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Conclusion</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Geo-Tagged Photos</a:t>
            </a:r>
          </a:p>
          <a:p>
            <a:pPr marL="514350" indent="-514350">
              <a:buFont typeface="+mj-lt"/>
              <a:buAutoNum type="arabicPeriod"/>
            </a:pPr>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This project focuses on tracking developer productivity and performance using Core Java. The system records task start and end times, task types, and overlapping tasks to monitor how work is executed throughout the day. It calculates key metrics such as active time, idle periods, task completion and multitasking overload, providing an accurate picture of how developers spend their time. From this data, it analyzes how much time is spent productively, how consistent task execution is, and whether too many tasks are being handled at the same time. </a:t>
            </a:r>
          </a:p>
          <a:p>
            <a:r>
              <a:rPr lang="en-US" dirty="0">
                <a:latin typeface="Times New Roman" panose="02020603050405020304" pitchFamily="18" charset="0"/>
                <a:cs typeface="Times New Roman" panose="02020603050405020304" pitchFamily="18" charset="0"/>
              </a:rPr>
              <a:t>The system generates clear and easy-to-understand reports that show trends and patterns over days, weeks, and </a:t>
            </a:r>
            <a:r>
              <a:rPr lang="en-US" dirty="0" err="1">
                <a:latin typeface="Times New Roman" panose="02020603050405020304" pitchFamily="18" charset="0"/>
                <a:cs typeface="Times New Roman" panose="02020603050405020304" pitchFamily="18" charset="0"/>
              </a:rPr>
              <a:t>months.By</a:t>
            </a:r>
            <a:r>
              <a:rPr lang="en-US" dirty="0">
                <a:latin typeface="Times New Roman" panose="02020603050405020304" pitchFamily="18" charset="0"/>
                <a:cs typeface="Times New Roman" panose="02020603050405020304" pitchFamily="18" charset="0"/>
              </a:rPr>
              <a:t> analyzing these patterns, developers can organize and plan their work more effectively, make informed decisions to reduce wasted time, and improve overall productivity and performance. The system provides actionable, uses actual recorded information insights that help developers track their progress, plan tasks strategically, and maintain consistent performance over time.</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540373"/>
            <a:ext cx="6731000" cy="4351338"/>
          </a:xfrm>
        </p:spPr>
        <p:txBody>
          <a:bodyPr>
            <a:normAutofit fontScale="77500" lnSpcReduction="2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Characteristics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Developer data stored in spreadsheets or documents</a:t>
            </a:r>
          </a:p>
          <a:p>
            <a:r>
              <a:rPr lang="en-US" dirty="0">
                <a:latin typeface="Times New Roman" panose="02020603050405020304" pitchFamily="18" charset="0"/>
                <a:cs typeface="Times New Roman" panose="02020603050405020304" pitchFamily="18" charset="0"/>
              </a:rPr>
              <a:t>Information managed manually by managers</a:t>
            </a:r>
          </a:p>
          <a:p>
            <a:r>
              <a:rPr lang="en-US" dirty="0">
                <a:latin typeface="Times New Roman" panose="02020603050405020304" pitchFamily="18" charset="0"/>
                <a:cs typeface="Times New Roman" panose="02020603050405020304" pitchFamily="18" charset="0"/>
              </a:rPr>
              <a:t>Difficult to maintain large employee records</a:t>
            </a:r>
          </a:p>
          <a:p>
            <a:r>
              <a:rPr lang="en-US" dirty="0">
                <a:latin typeface="Times New Roman" panose="02020603050405020304" pitchFamily="18" charset="0"/>
                <a:cs typeface="Times New Roman" panose="02020603050405020304" pitchFamily="18" charset="0"/>
              </a:rPr>
              <a:t>Limited accessibility and data organization</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Problems in Existing System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Manual data entry increases human errors</a:t>
            </a:r>
          </a:p>
          <a:p>
            <a:r>
              <a:rPr lang="en-US" dirty="0">
                <a:latin typeface="Times New Roman" panose="02020603050405020304" pitchFamily="18" charset="0"/>
                <a:cs typeface="Times New Roman" panose="02020603050405020304" pitchFamily="18" charset="0"/>
              </a:rPr>
              <a:t>No centralized interface to manage developers</a:t>
            </a:r>
          </a:p>
          <a:p>
            <a:r>
              <a:rPr lang="en-US" dirty="0">
                <a:latin typeface="Times New Roman" panose="02020603050405020304" pitchFamily="18" charset="0"/>
                <a:cs typeface="Times New Roman" panose="02020603050405020304" pitchFamily="18" charset="0"/>
              </a:rPr>
              <a:t>Difficult to track developer performance or information</a:t>
            </a:r>
          </a:p>
          <a:p>
            <a:r>
              <a:rPr lang="en-US" dirty="0">
                <a:latin typeface="Times New Roman" panose="02020603050405020304" pitchFamily="18" charset="0"/>
                <a:cs typeface="Times New Roman" panose="02020603050405020304" pitchFamily="18" charset="0"/>
              </a:rPr>
              <a:t>Data retrieval takes more time</a:t>
            </a:r>
          </a:p>
          <a:p>
            <a:r>
              <a:rPr lang="en-US" dirty="0">
                <a:latin typeface="Times New Roman" panose="02020603050405020304" pitchFamily="18" charset="0"/>
                <a:cs typeface="Times New Roman" panose="02020603050405020304" pitchFamily="18" charset="0"/>
              </a:rPr>
              <a:t>Lack of structured reporting or dashboard view</a:t>
            </a:r>
          </a:p>
          <a:p>
            <a:pPr marL="457200" lvl="1" indent="-339725" algn="just"/>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642745"/>
            <a:ext cx="10515600" cy="4351338"/>
          </a:xfrm>
        </p:spPr>
        <p:txBody>
          <a:bodyPr>
            <a:normAutofit fontScale="77500" lnSpcReduction="20000"/>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 Features of Proposed System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Web-based interface for managing developer data</a:t>
            </a:r>
          </a:p>
          <a:p>
            <a:r>
              <a:rPr lang="en-IN" dirty="0">
                <a:latin typeface="Times New Roman" panose="02020603050405020304" pitchFamily="18" charset="0"/>
                <a:cs typeface="Times New Roman" panose="02020603050405020304" pitchFamily="18" charset="0"/>
              </a:rPr>
              <a:t>Dashboard for viewing developer information</a:t>
            </a:r>
          </a:p>
          <a:p>
            <a:r>
              <a:rPr lang="en-IN" dirty="0">
                <a:latin typeface="Times New Roman" panose="02020603050405020304" pitchFamily="18" charset="0"/>
                <a:cs typeface="Times New Roman" panose="02020603050405020304" pitchFamily="18" charset="0"/>
              </a:rPr>
              <a:t>Individual developer profile details</a:t>
            </a:r>
          </a:p>
          <a:p>
            <a:r>
              <a:rPr lang="en-IN" dirty="0">
                <a:latin typeface="Times New Roman" panose="02020603050405020304" pitchFamily="18" charset="0"/>
                <a:cs typeface="Times New Roman" panose="02020603050405020304" pitchFamily="18" charset="0"/>
              </a:rPr>
              <a:t>Data stored using browser </a:t>
            </a:r>
            <a:r>
              <a:rPr lang="en-IN" dirty="0" err="1">
                <a:latin typeface="Times New Roman" panose="02020603050405020304" pitchFamily="18" charset="0"/>
                <a:cs typeface="Times New Roman" panose="02020603050405020304" pitchFamily="18" charset="0"/>
              </a:rPr>
              <a:t>localStorage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Simple and user-friendly interface</a:t>
            </a:r>
          </a:p>
          <a:p>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 Benefits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Faster data access</a:t>
            </a:r>
          </a:p>
          <a:p>
            <a:r>
              <a:rPr lang="en-IN" dirty="0">
                <a:latin typeface="Times New Roman" panose="02020603050405020304" pitchFamily="18" charset="0"/>
                <a:cs typeface="Times New Roman" panose="02020603050405020304" pitchFamily="18" charset="0"/>
              </a:rPr>
              <a:t>Organized developer records</a:t>
            </a:r>
          </a:p>
          <a:p>
            <a:r>
              <a:rPr lang="en-IN" dirty="0">
                <a:latin typeface="Times New Roman" panose="02020603050405020304" pitchFamily="18" charset="0"/>
                <a:cs typeface="Times New Roman" panose="02020603050405020304" pitchFamily="18" charset="0"/>
              </a:rPr>
              <a:t>Easy navigation between modules</a:t>
            </a:r>
          </a:p>
          <a:p>
            <a:r>
              <a:rPr lang="en-IN" dirty="0">
                <a:latin typeface="Times New Roman" panose="02020603050405020304" pitchFamily="18" charset="0"/>
                <a:cs typeface="Times New Roman" panose="02020603050405020304" pitchFamily="18" charset="0"/>
              </a:rPr>
              <a:t>Persistent storage using browser memory</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3356207" y="498525"/>
            <a:ext cx="5697598" cy="1128009"/>
          </a:xfrm>
        </p:spPr>
        <p:txBody>
          <a:bodyPr>
            <a:normAutofit/>
          </a:bodyPr>
          <a:lstStyle/>
          <a:p>
            <a:pPr algn="ctr"/>
            <a:r>
              <a:rPr lang="en-US" b="1" dirty="0">
                <a:latin typeface="+mn-lt"/>
                <a:cs typeface="Times New Roman" panose="02020603050405020304" pitchFamily="18" charset="0"/>
              </a:rPr>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a:xfrm>
            <a:off x="6921759" y="6356349"/>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14" name="Content Placeholder 13">
            <a:extLst>
              <a:ext uri="{FF2B5EF4-FFF2-40B4-BE49-F238E27FC236}">
                <a16:creationId xmlns:a16="http://schemas.microsoft.com/office/drawing/2014/main" id="{DDFE3186-3715-965B-278E-29DB318F5371}"/>
              </a:ext>
            </a:extLst>
          </p:cNvPr>
          <p:cNvPicPr>
            <a:picLocks noGrp="1" noChangeAspect="1"/>
          </p:cNvPicPr>
          <p:nvPr>
            <p:ph idx="1"/>
          </p:nvPr>
        </p:nvPicPr>
        <p:blipFill>
          <a:blip r:embed="rId2"/>
          <a:stretch>
            <a:fillRect/>
          </a:stretch>
        </p:blipFill>
        <p:spPr>
          <a:xfrm>
            <a:off x="1" y="2006567"/>
            <a:ext cx="12191999" cy="2844866"/>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636608" y="1419224"/>
            <a:ext cx="10717192" cy="4937125"/>
          </a:xfrm>
        </p:spPr>
        <p:txBody>
          <a:bodyPr>
            <a:normAutofit fontScale="77500" lnSpcReduction="20000"/>
          </a:bodyPr>
          <a:lstStyle/>
          <a:p>
            <a:pPr marL="0" indent="0">
              <a:buNone/>
            </a:pPr>
            <a:r>
              <a:rPr lang="en-IN" sz="1600" b="1" dirty="0">
                <a:latin typeface="Times New Roman" panose="02020603050405020304" pitchFamily="18" charset="0"/>
                <a:cs typeface="Times New Roman" panose="02020603050405020304" pitchFamily="18" charset="0"/>
              </a:rPr>
              <a:t> Login Module</a:t>
            </a:r>
          </a:p>
          <a:p>
            <a:r>
              <a:rPr lang="en-IN" sz="1600" dirty="0">
                <a:latin typeface="Times New Roman" panose="02020603050405020304" pitchFamily="18" charset="0"/>
                <a:cs typeface="Times New Roman" panose="02020603050405020304" pitchFamily="18" charset="0"/>
              </a:rPr>
              <a:t>Allows manager/user authentication</a:t>
            </a:r>
          </a:p>
          <a:p>
            <a:r>
              <a:rPr lang="en-IN" sz="1600" dirty="0">
                <a:latin typeface="Times New Roman" panose="02020603050405020304" pitchFamily="18" charset="0"/>
                <a:cs typeface="Times New Roman" panose="02020603050405020304" pitchFamily="18" charset="0"/>
              </a:rPr>
              <a:t>Verifies login credentials</a:t>
            </a:r>
          </a:p>
          <a:p>
            <a:r>
              <a:rPr lang="en-IN" sz="1600" dirty="0">
                <a:latin typeface="Times New Roman" panose="02020603050405020304" pitchFamily="18" charset="0"/>
                <a:cs typeface="Times New Roman" panose="02020603050405020304" pitchFamily="18" charset="0"/>
              </a:rPr>
              <a:t>Stores logged-in user information</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Dashboard Module</a:t>
            </a:r>
          </a:p>
          <a:p>
            <a:r>
              <a:rPr lang="en-IN" sz="1600" dirty="0">
                <a:latin typeface="Times New Roman" panose="02020603050405020304" pitchFamily="18" charset="0"/>
                <a:cs typeface="Times New Roman" panose="02020603050405020304" pitchFamily="18" charset="0"/>
              </a:rPr>
              <a:t>Displays overview of developers</a:t>
            </a:r>
          </a:p>
          <a:p>
            <a:r>
              <a:rPr lang="en-IN" sz="1600" dirty="0">
                <a:latin typeface="Times New Roman" panose="02020603050405020304" pitchFamily="18" charset="0"/>
                <a:cs typeface="Times New Roman" panose="02020603050405020304" pitchFamily="18" charset="0"/>
              </a:rPr>
              <a:t>Provides quick navigation to developer profiles</a:t>
            </a:r>
          </a:p>
          <a:p>
            <a:r>
              <a:rPr lang="en-IN" sz="1600" dirty="0">
                <a:latin typeface="Times New Roman" panose="02020603050405020304" pitchFamily="18" charset="0"/>
                <a:cs typeface="Times New Roman" panose="02020603050405020304" pitchFamily="18" charset="0"/>
              </a:rPr>
              <a:t>Shows summary information and reports</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 Developer Details Module</a:t>
            </a:r>
          </a:p>
          <a:p>
            <a:r>
              <a:rPr lang="en-IN" sz="1600" dirty="0">
                <a:latin typeface="Times New Roman" panose="02020603050405020304" pitchFamily="18" charset="0"/>
                <a:cs typeface="Times New Roman" panose="02020603050405020304" pitchFamily="18" charset="0"/>
              </a:rPr>
              <a:t>Displays detailed developer profiles</a:t>
            </a:r>
          </a:p>
          <a:p>
            <a:r>
              <a:rPr lang="en-IN" sz="1600" dirty="0">
                <a:latin typeface="Times New Roman" panose="02020603050405020304" pitchFamily="18" charset="0"/>
                <a:cs typeface="Times New Roman" panose="02020603050405020304" pitchFamily="18" charset="0"/>
              </a:rPr>
              <a:t>Shows skills, role, and other information</a:t>
            </a:r>
          </a:p>
          <a:p>
            <a:r>
              <a:rPr lang="en-IN" sz="1600" dirty="0">
                <a:latin typeface="Times New Roman" panose="02020603050405020304" pitchFamily="18" charset="0"/>
                <a:cs typeface="Times New Roman" panose="02020603050405020304" pitchFamily="18" charset="0"/>
              </a:rPr>
              <a:t>Allows viewing developer data in structured format</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Data Storage Module</a:t>
            </a:r>
          </a:p>
          <a:p>
            <a:r>
              <a:rPr lang="en-IN" sz="1600" dirty="0">
                <a:latin typeface="Times New Roman" panose="02020603050405020304" pitchFamily="18" charset="0"/>
                <a:cs typeface="Times New Roman" panose="02020603050405020304" pitchFamily="18" charset="0"/>
              </a:rPr>
              <a:t>Uses </a:t>
            </a:r>
            <a:r>
              <a:rPr lang="en-IN" sz="1600" dirty="0" err="1">
                <a:latin typeface="Times New Roman" panose="02020603050405020304" pitchFamily="18" charset="0"/>
                <a:cs typeface="Times New Roman" panose="02020603050405020304" pitchFamily="18" charset="0"/>
              </a:rPr>
              <a:t>localStorage</a:t>
            </a:r>
            <a:r>
              <a:rPr lang="en-IN" sz="1600" dirty="0">
                <a:latin typeface="Times New Roman" panose="02020603050405020304" pitchFamily="18" charset="0"/>
                <a:cs typeface="Times New Roman" panose="02020603050405020304" pitchFamily="18" charset="0"/>
              </a:rPr>
              <a:t> to store application data</a:t>
            </a:r>
          </a:p>
          <a:p>
            <a:r>
              <a:rPr lang="en-IN" sz="1600" dirty="0">
                <a:latin typeface="Times New Roman" panose="02020603050405020304" pitchFamily="18" charset="0"/>
                <a:cs typeface="Times New Roman" panose="02020603050405020304" pitchFamily="18" charset="0"/>
              </a:rPr>
              <a:t>Stores developer information, registered users, and login sessions</a:t>
            </a:r>
          </a:p>
          <a:p>
            <a:r>
              <a:rPr lang="en-IN" sz="1600" dirty="0">
                <a:latin typeface="Times New Roman" panose="02020603050405020304" pitchFamily="18" charset="0"/>
                <a:cs typeface="Times New Roman" panose="02020603050405020304" pitchFamily="18" charset="0"/>
              </a:rPr>
              <a:t>Data persists across browser sessions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main objectives of the </a:t>
            </a:r>
            <a:r>
              <a:rPr lang="en-US" dirty="0" err="1">
                <a:latin typeface="Times New Roman" panose="02020603050405020304" pitchFamily="18" charset="0"/>
                <a:cs typeface="Times New Roman" panose="02020603050405020304" pitchFamily="18" charset="0"/>
              </a:rPr>
              <a:t>DevTrack</a:t>
            </a:r>
            <a:r>
              <a:rPr lang="en-US" dirty="0">
                <a:latin typeface="Times New Roman" panose="02020603050405020304" pitchFamily="18" charset="0"/>
                <a:cs typeface="Times New Roman" panose="02020603050405020304" pitchFamily="18" charset="0"/>
              </a:rPr>
              <a:t> system are:</a:t>
            </a:r>
          </a:p>
          <a:p>
            <a:r>
              <a:rPr lang="en-US" dirty="0">
                <a:latin typeface="Times New Roman" panose="02020603050405020304" pitchFamily="18" charset="0"/>
                <a:cs typeface="Times New Roman" panose="02020603050405020304" pitchFamily="18" charset="0"/>
              </a:rPr>
              <a:t>To create a web-based developer tracking system</a:t>
            </a:r>
          </a:p>
          <a:p>
            <a:r>
              <a:rPr lang="en-US" dirty="0">
                <a:latin typeface="Times New Roman" panose="02020603050405020304" pitchFamily="18" charset="0"/>
                <a:cs typeface="Times New Roman" panose="02020603050405020304" pitchFamily="18" charset="0"/>
              </a:rPr>
              <a:t>To manage developer information efficiently</a:t>
            </a:r>
          </a:p>
          <a:p>
            <a:r>
              <a:rPr lang="en-US" dirty="0">
                <a:latin typeface="Times New Roman" panose="02020603050405020304" pitchFamily="18" charset="0"/>
                <a:cs typeface="Times New Roman" panose="02020603050405020304" pitchFamily="18" charset="0"/>
              </a:rPr>
              <a:t>To provide a simple dashboard for monitoring developer data</a:t>
            </a:r>
          </a:p>
          <a:p>
            <a:r>
              <a:rPr lang="en-US" dirty="0">
                <a:latin typeface="Times New Roman" panose="02020603050405020304" pitchFamily="18" charset="0"/>
                <a:cs typeface="Times New Roman" panose="02020603050405020304" pitchFamily="18" charset="0"/>
              </a:rPr>
              <a:t>To store application data using client-side storage</a:t>
            </a:r>
          </a:p>
          <a:p>
            <a:r>
              <a:rPr lang="en-US" dirty="0">
                <a:latin typeface="Times New Roman" panose="02020603050405020304" pitchFamily="18" charset="0"/>
                <a:cs typeface="Times New Roman" panose="02020603050405020304" pitchFamily="18" charset="0"/>
              </a:rPr>
              <a:t>To provide an easy-to-use interface for managers</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754225" y="1620351"/>
            <a:ext cx="10515600" cy="4351338"/>
          </a:xfrm>
        </p:spPr>
        <p:txBody>
          <a:bodyPr>
            <a:normAutofit lnSpcReduction="10000"/>
          </a:bodyPr>
          <a:lstStyle/>
          <a:p>
            <a:r>
              <a:rPr lang="en-IN" dirty="0"/>
              <a:t>CO1 – Web Fundamentals HTML structure, Tags, </a:t>
            </a:r>
            <a:r>
              <a:rPr lang="en-IN" dirty="0" err="1"/>
              <a:t>Divs</a:t>
            </a:r>
            <a:r>
              <a:rPr lang="en-IN" dirty="0"/>
              <a:t>, Links, Images, Tables</a:t>
            </a:r>
          </a:p>
          <a:p>
            <a:r>
              <a:rPr lang="en-IN" dirty="0"/>
              <a:t>CO2 – CSS Layouts &amp; Styling Flexbox, Grid, Box Model, </a:t>
            </a:r>
            <a:r>
              <a:rPr lang="en-IN" dirty="0" err="1"/>
              <a:t>Colors</a:t>
            </a:r>
            <a:r>
              <a:rPr lang="en-IN" dirty="0"/>
              <a:t>, Responsive Design, Media Queries</a:t>
            </a:r>
          </a:p>
          <a:p>
            <a:r>
              <a:rPr lang="en-IN" dirty="0"/>
              <a:t>CO3 – HTML Forms &amp; Semantic Content Login Form, Signup Form, Input Types, Validation</a:t>
            </a:r>
          </a:p>
          <a:p>
            <a:r>
              <a:rPr lang="en-IN" dirty="0"/>
              <a:t>CO4 – JavaScript Programming Fundamentals Variables, Arrays, Functions, Loops, DOM Manipulation, Event Handling</a:t>
            </a:r>
          </a:p>
          <a:p>
            <a:r>
              <a:rPr lang="en-IN" dirty="0"/>
              <a:t>CO5 – JavaScript Interactivity &amp; Web Deployment </a:t>
            </a:r>
            <a:r>
              <a:rPr lang="en-IN" dirty="0" err="1"/>
              <a:t>localStorage</a:t>
            </a:r>
            <a:r>
              <a:rPr lang="en-IN" dirty="0"/>
              <a:t> Dynamic Rendering, Routing between pages</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FWD</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10" name="Picture 9">
            <a:extLst>
              <a:ext uri="{FF2B5EF4-FFF2-40B4-BE49-F238E27FC236}">
                <a16:creationId xmlns:a16="http://schemas.microsoft.com/office/drawing/2014/main" id="{B0744836-4360-968C-6722-5D8ED0E8BA72}"/>
              </a:ext>
            </a:extLst>
          </p:cNvPr>
          <p:cNvPicPr>
            <a:picLocks noChangeAspect="1"/>
          </p:cNvPicPr>
          <p:nvPr/>
        </p:nvPicPr>
        <p:blipFill>
          <a:blip r:embed="rId2"/>
          <a:stretch>
            <a:fillRect/>
          </a:stretch>
        </p:blipFill>
        <p:spPr>
          <a:xfrm>
            <a:off x="0" y="1381760"/>
            <a:ext cx="12192000" cy="497459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88D8-8811-7E7F-AE89-725B61190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A187E-799A-A02E-6F21-D13BBD639619}"/>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FWD</a:t>
            </a:r>
          </a:p>
        </p:txBody>
      </p:sp>
      <p:sp>
        <p:nvSpPr>
          <p:cNvPr id="4" name="Date Placeholder 3">
            <a:extLst>
              <a:ext uri="{FF2B5EF4-FFF2-40B4-BE49-F238E27FC236}">
                <a16:creationId xmlns:a16="http://schemas.microsoft.com/office/drawing/2014/main" id="{2FE52C40-C78C-28AA-E62B-F0DD61AB703D}"/>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71DC891B-EFC2-6F2C-3A2F-C9EB51F0EE0C}"/>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7D99CDE2-99C6-232D-87D9-89790475B0F5}"/>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2" name="Picture 11">
            <a:extLst>
              <a:ext uri="{FF2B5EF4-FFF2-40B4-BE49-F238E27FC236}">
                <a16:creationId xmlns:a16="http://schemas.microsoft.com/office/drawing/2014/main" id="{2E8EB0F5-EDA1-B9A3-2C13-0DBB4D64908E}"/>
              </a:ext>
            </a:extLst>
          </p:cNvPr>
          <p:cNvPicPr>
            <a:picLocks noChangeAspect="1"/>
          </p:cNvPicPr>
          <p:nvPr/>
        </p:nvPicPr>
        <p:blipFill>
          <a:blip r:embed="rId2"/>
          <a:stretch>
            <a:fillRect/>
          </a:stretch>
        </p:blipFill>
        <p:spPr>
          <a:xfrm>
            <a:off x="-10160" y="965071"/>
            <a:ext cx="12192000" cy="5882898"/>
          </a:xfrm>
          <a:prstGeom prst="rect">
            <a:avLst/>
          </a:prstGeom>
        </p:spPr>
      </p:pic>
    </p:spTree>
    <p:extLst>
      <p:ext uri="{BB962C8B-B14F-4D97-AF65-F5344CB8AC3E}">
        <p14:creationId xmlns:p14="http://schemas.microsoft.com/office/powerpoint/2010/main" val="2280155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E3354-CCC7-31DE-92D8-F99C0A0DB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73483-6494-B4E1-D082-0F6609D4C9A1}"/>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FWD</a:t>
            </a:r>
          </a:p>
        </p:txBody>
      </p:sp>
      <p:sp>
        <p:nvSpPr>
          <p:cNvPr id="4" name="Date Placeholder 3">
            <a:extLst>
              <a:ext uri="{FF2B5EF4-FFF2-40B4-BE49-F238E27FC236}">
                <a16:creationId xmlns:a16="http://schemas.microsoft.com/office/drawing/2014/main" id="{15CC4CFA-C0A7-A892-F409-5C96A59F861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5929856B-5EB2-0321-F77E-09FDD24AE46F}"/>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4446EBB-C384-99E0-5E47-4FA0E9BBEF1F}"/>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7" name="Picture 6">
            <a:extLst>
              <a:ext uri="{FF2B5EF4-FFF2-40B4-BE49-F238E27FC236}">
                <a16:creationId xmlns:a16="http://schemas.microsoft.com/office/drawing/2014/main" id="{DE287F05-7044-8A8C-DD45-C538D4E300A1}"/>
              </a:ext>
            </a:extLst>
          </p:cNvPr>
          <p:cNvPicPr>
            <a:picLocks noChangeAspect="1"/>
          </p:cNvPicPr>
          <p:nvPr/>
        </p:nvPicPr>
        <p:blipFill>
          <a:blip r:embed="rId2"/>
          <a:stretch>
            <a:fillRect/>
          </a:stretch>
        </p:blipFill>
        <p:spPr>
          <a:xfrm>
            <a:off x="0" y="843377"/>
            <a:ext cx="12192000" cy="5882445"/>
          </a:xfrm>
          <a:prstGeom prst="rect">
            <a:avLst/>
          </a:prstGeom>
        </p:spPr>
      </p:pic>
    </p:spTree>
    <p:extLst>
      <p:ext uri="{BB962C8B-B14F-4D97-AF65-F5344CB8AC3E}">
        <p14:creationId xmlns:p14="http://schemas.microsoft.com/office/powerpoint/2010/main" val="341338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30D56-5FEF-5AEB-0435-76DFAD366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1C3FF-31A4-8B93-E9A6-99F1C40B9A88}"/>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FWD</a:t>
            </a:r>
          </a:p>
        </p:txBody>
      </p:sp>
      <p:sp>
        <p:nvSpPr>
          <p:cNvPr id="4" name="Date Placeholder 3">
            <a:extLst>
              <a:ext uri="{FF2B5EF4-FFF2-40B4-BE49-F238E27FC236}">
                <a16:creationId xmlns:a16="http://schemas.microsoft.com/office/drawing/2014/main" id="{FA77AE96-0543-5B9C-933D-04C412377A41}"/>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C453EED9-794E-4354-7BE9-BBD0A640B0C5}"/>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A3BED1D1-A40B-3F01-F1BD-ACC8384A1A0B}"/>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7" name="Picture 6">
            <a:extLst>
              <a:ext uri="{FF2B5EF4-FFF2-40B4-BE49-F238E27FC236}">
                <a16:creationId xmlns:a16="http://schemas.microsoft.com/office/drawing/2014/main" id="{B69130DB-9433-6BCF-672F-5EB27C002C0E}"/>
              </a:ext>
            </a:extLst>
          </p:cNvPr>
          <p:cNvPicPr>
            <a:picLocks noChangeAspect="1"/>
          </p:cNvPicPr>
          <p:nvPr/>
        </p:nvPicPr>
        <p:blipFill>
          <a:blip r:embed="rId2"/>
          <a:stretch>
            <a:fillRect/>
          </a:stretch>
        </p:blipFill>
        <p:spPr>
          <a:xfrm>
            <a:off x="0" y="901841"/>
            <a:ext cx="12192000" cy="5867118"/>
          </a:xfrm>
          <a:prstGeom prst="rect">
            <a:avLst/>
          </a:prstGeom>
        </p:spPr>
      </p:pic>
    </p:spTree>
    <p:extLst>
      <p:ext uri="{BB962C8B-B14F-4D97-AF65-F5344CB8AC3E}">
        <p14:creationId xmlns:p14="http://schemas.microsoft.com/office/powerpoint/2010/main" val="1678818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latin typeface="+mn-lt"/>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DevTrack</a:t>
            </a:r>
            <a:r>
              <a:rPr lang="en-US" dirty="0">
                <a:latin typeface="Times New Roman" panose="02020603050405020304" pitchFamily="18" charset="0"/>
                <a:cs typeface="Times New Roman" panose="02020603050405020304" pitchFamily="18" charset="0"/>
              </a:rPr>
              <a:t> system provides a simple and efficient solution for managing developer information using a client-side web application.</a:t>
            </a:r>
          </a:p>
          <a:p>
            <a:r>
              <a:rPr lang="en-US" dirty="0">
                <a:latin typeface="Times New Roman" panose="02020603050405020304" pitchFamily="18" charset="0"/>
                <a:cs typeface="Times New Roman" panose="02020603050405020304" pitchFamily="18" charset="0"/>
              </a:rPr>
              <a:t>The system demonstrates how HTML, CSS, and JavaScript can be used to build an interactive web application with </a:t>
            </a:r>
            <a:r>
              <a:rPr lang="en-US" dirty="0" err="1">
                <a:latin typeface="Times New Roman" panose="02020603050405020304" pitchFamily="18" charset="0"/>
                <a:cs typeface="Times New Roman" panose="02020603050405020304" pitchFamily="18" charset="0"/>
              </a:rPr>
              <a:t>localStorage</a:t>
            </a:r>
            <a:r>
              <a:rPr lang="en-US" dirty="0">
                <a:latin typeface="Times New Roman" panose="02020603050405020304" pitchFamily="18" charset="0"/>
                <a:cs typeface="Times New Roman" panose="02020603050405020304" pitchFamily="18" charset="0"/>
              </a:rPr>
              <a:t> for persistent data storage.</a:t>
            </a:r>
          </a:p>
          <a:p>
            <a:r>
              <a:rPr lang="en-US" dirty="0">
                <a:latin typeface="Times New Roman" panose="02020603050405020304" pitchFamily="18" charset="0"/>
                <a:cs typeface="Times New Roman" panose="02020603050405020304" pitchFamily="18" charset="0"/>
              </a:rPr>
              <a:t>This project improves data organization, simplifies developer management, and provides a structured interface for viewing and managing developer information.</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285891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latin typeface="+mn-lt"/>
                <a:cs typeface="Times New Roman" panose="02020603050405020304" pitchFamily="18" charset="0"/>
              </a:rPr>
              <a:t>Geo- Tag Photos</a:t>
            </a:r>
          </a:p>
        </p:txBody>
      </p:sp>
      <p:pic>
        <p:nvPicPr>
          <p:cNvPr id="8" name="Content Placeholder 7">
            <a:extLst>
              <a:ext uri="{FF2B5EF4-FFF2-40B4-BE49-F238E27FC236}">
                <a16:creationId xmlns:a16="http://schemas.microsoft.com/office/drawing/2014/main" id="{40C1A228-47B1-2669-EBFE-8480FC5E1FEA}"/>
              </a:ext>
            </a:extLst>
          </p:cNvPr>
          <p:cNvPicPr>
            <a:picLocks noGrp="1" noChangeAspect="1"/>
          </p:cNvPicPr>
          <p:nvPr>
            <p:ph idx="1"/>
          </p:nvPr>
        </p:nvPicPr>
        <p:blipFill>
          <a:blip r:embed="rId2"/>
          <a:stretch>
            <a:fillRect/>
          </a:stretch>
        </p:blipFill>
        <p:spPr>
          <a:xfrm>
            <a:off x="396853" y="1690688"/>
            <a:ext cx="5399314" cy="4049486"/>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2" name="Picture 11">
            <a:extLst>
              <a:ext uri="{FF2B5EF4-FFF2-40B4-BE49-F238E27FC236}">
                <a16:creationId xmlns:a16="http://schemas.microsoft.com/office/drawing/2014/main" id="{2BD9BC87-06BC-6E0A-9B89-4AC2FB2A0ABA}"/>
              </a:ext>
            </a:extLst>
          </p:cNvPr>
          <p:cNvPicPr>
            <a:picLocks noChangeAspect="1"/>
          </p:cNvPicPr>
          <p:nvPr/>
        </p:nvPicPr>
        <p:blipFill>
          <a:blip r:embed="rId3"/>
          <a:stretch>
            <a:fillRect/>
          </a:stretch>
        </p:blipFill>
        <p:spPr>
          <a:xfrm>
            <a:off x="6312159" y="1690688"/>
            <a:ext cx="5399314" cy="4049486"/>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4050</TotalTime>
  <Words>866</Words>
  <Application>Microsoft Office PowerPoint</Application>
  <PresentationFormat>Widescreen</PresentationFormat>
  <Paragraphs>158</Paragraphs>
  <Slides>17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Calibri Light</vt:lpstr>
      <vt:lpstr>Google Sans</vt:lpstr>
      <vt:lpstr>Times New Roman</vt:lpstr>
      <vt:lpstr>Wingdings</vt:lpstr>
      <vt:lpstr>Office Theme</vt:lpstr>
      <vt:lpstr>Custom Design</vt:lpstr>
      <vt:lpstr>INSTRUCTIONS</vt:lpstr>
      <vt:lpstr>TITLE :TRACKING DEVELOPER PRODUCTIVITY AND PERFORMACE</vt:lpstr>
      <vt:lpstr>OUTLINE</vt:lpstr>
      <vt:lpstr>Abstract</vt:lpstr>
      <vt:lpstr>Existing System </vt:lpstr>
      <vt:lpstr>Proposed System</vt:lpstr>
      <vt:lpstr>System Architecture</vt:lpstr>
      <vt:lpstr>Project Modules</vt:lpstr>
      <vt:lpstr>Objectives</vt:lpstr>
      <vt:lpstr>Co’s Attainments - FWD</vt:lpstr>
      <vt:lpstr>Screenshots for FWD</vt:lpstr>
      <vt:lpstr>Screenshots for FWD</vt:lpstr>
      <vt:lpstr>Screenshots for FWD</vt:lpstr>
      <vt:lpstr>Screenshots for FWD</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Nehasree Padamati</cp:lastModifiedBy>
  <cp:revision>59</cp:revision>
  <dcterms:created xsi:type="dcterms:W3CDTF">2022-05-20T10:20:31Z</dcterms:created>
  <dcterms:modified xsi:type="dcterms:W3CDTF">2026-03-10T02:52:39Z</dcterms:modified>
</cp:coreProperties>
</file>